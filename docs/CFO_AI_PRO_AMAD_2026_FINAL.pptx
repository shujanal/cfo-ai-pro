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f2cc1b088f4277" /><Relationship Type="http://schemas.openxmlformats.org/officeDocument/2006/relationships/extended-properties" Target="/docProps/app.xml" Id="R677ff6dbe8b14038" /><Relationship Type="http://schemas.openxmlformats.org/officeDocument/2006/relationships/officeDocument" Target="/ppt/presentation.xml" Id="R2f71b1cbfd8a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3adae6e25472e"/>
  </p:sldMasterIdLst>
  <p:notesMasterIdLst>
    <p:notesMasterId xmlns:r="http://schemas.openxmlformats.org/officeDocument/2006/relationships" r:id="R72d08c1e8510444e"/>
  </p:notesMasterIdLst>
  <p:sldIdLst>
    <p:sldId xmlns:r="http://schemas.openxmlformats.org/officeDocument/2006/relationships" id="256" r:id="R2eee4a30cbb84b08"/>
    <p:sldId xmlns:r="http://schemas.openxmlformats.org/officeDocument/2006/relationships" id="257" r:id="R3f6319e3eae74342"/>
    <p:sldId xmlns:r="http://schemas.openxmlformats.org/officeDocument/2006/relationships" id="258" r:id="R4568838682854615"/>
    <p:sldId xmlns:r="http://schemas.openxmlformats.org/officeDocument/2006/relationships" id="259" r:id="R6dce9a11d0904003"/>
    <p:sldId xmlns:r="http://schemas.openxmlformats.org/officeDocument/2006/relationships" id="260" r:id="R5c04eb9ee0eb4d90"/>
    <p:sldId xmlns:r="http://schemas.openxmlformats.org/officeDocument/2006/relationships" id="261" r:id="R865255545313458d"/>
    <p:sldId xmlns:r="http://schemas.openxmlformats.org/officeDocument/2006/relationships" id="262" r:id="Ra4c6fe1cc3664b5c"/>
    <p:sldId xmlns:r="http://schemas.openxmlformats.org/officeDocument/2006/relationships" id="263" r:id="R21f79c93e5074104"/>
    <p:sldId xmlns:r="http://schemas.openxmlformats.org/officeDocument/2006/relationships" id="264" r:id="R3a89bcb503654ff9"/>
    <p:sldId xmlns:r="http://schemas.openxmlformats.org/officeDocument/2006/relationships" id="265" r:id="R5f3ac23007634f3c"/>
    <p:sldId xmlns:r="http://schemas.openxmlformats.org/officeDocument/2006/relationships" id="266" r:id="R240909717dc842f0"/>
    <p:sldId xmlns:r="http://schemas.openxmlformats.org/officeDocument/2006/relationships" id="267" r:id="R53f439f6d3994bc4"/>
    <p:sldId xmlns:r="http://schemas.openxmlformats.org/officeDocument/2006/relationships" id="268" r:id="R5e569ea07f8e48a9"/>
    <p:sldId xmlns:r="http://schemas.openxmlformats.org/officeDocument/2006/relationships" id="269" r:id="R009409f681954f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5a70e3df5e4041" /><Relationship Type="http://schemas.openxmlformats.org/officeDocument/2006/relationships/slideMaster" Target="/ppt/slideMasters/slideMaster1.xml" Id="R9ec3adae6e25472e" /><Relationship Type="http://schemas.openxmlformats.org/officeDocument/2006/relationships/notesMaster" Target="/ppt/notesMasters/notesMaster1.xml" Id="R72d08c1e8510444e" /><Relationship Type="http://schemas.openxmlformats.org/officeDocument/2006/relationships/presProps" Target="/ppt/presProps.xml" Id="R647b9a669de54d26" /><Relationship Type="http://schemas.openxmlformats.org/officeDocument/2006/relationships/tableStyles" Target="/ppt/tableStyles.xml" Id="R9d7ecdfda4ea4297" /><Relationship Type="http://schemas.openxmlformats.org/officeDocument/2006/relationships/slide" Target="/ppt/slides/slide1.xml" Id="R2eee4a30cbb84b08" /><Relationship Type="http://schemas.openxmlformats.org/officeDocument/2006/relationships/slide" Target="/ppt/slides/slide2.xml" Id="R3f6319e3eae74342" /><Relationship Type="http://schemas.openxmlformats.org/officeDocument/2006/relationships/slide" Target="/ppt/slides/slide3.xml" Id="R4568838682854615" /><Relationship Type="http://schemas.openxmlformats.org/officeDocument/2006/relationships/slide" Target="/ppt/slides/slide4.xml" Id="R6dce9a11d0904003" /><Relationship Type="http://schemas.openxmlformats.org/officeDocument/2006/relationships/slide" Target="/ppt/slides/slide5.xml" Id="R5c04eb9ee0eb4d90" /><Relationship Type="http://schemas.openxmlformats.org/officeDocument/2006/relationships/slide" Target="/ppt/slides/slide6.xml" Id="R865255545313458d" /><Relationship Type="http://schemas.openxmlformats.org/officeDocument/2006/relationships/slide" Target="/ppt/slides/slide7.xml" Id="Ra4c6fe1cc3664b5c" /><Relationship Type="http://schemas.openxmlformats.org/officeDocument/2006/relationships/slide" Target="/ppt/slides/slide8.xml" Id="R21f79c93e5074104" /><Relationship Type="http://schemas.openxmlformats.org/officeDocument/2006/relationships/slide" Target="/ppt/slides/slide9.xml" Id="R3a89bcb503654ff9" /><Relationship Type="http://schemas.openxmlformats.org/officeDocument/2006/relationships/slide" Target="/ppt/slides/slide10.xml" Id="R5f3ac23007634f3c" /><Relationship Type="http://schemas.openxmlformats.org/officeDocument/2006/relationships/slide" Target="/ppt/slides/slide11.xml" Id="R240909717dc842f0" /><Relationship Type="http://schemas.openxmlformats.org/officeDocument/2006/relationships/slide" Target="/ppt/slides/slide12.xml" Id="R53f439f6d3994bc4" /><Relationship Type="http://schemas.openxmlformats.org/officeDocument/2006/relationships/slide" Target="/ppt/slides/slide13.xml" Id="R5e569ea07f8e48a9" /><Relationship Type="http://schemas.openxmlformats.org/officeDocument/2006/relationships/slide" Target="/ppt/slides/slide14.xml" Id="R009409f681954f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ba5dfb3edc4a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3690e2a27649d1" /><Relationship Type="http://schemas.openxmlformats.org/officeDocument/2006/relationships/notesMaster" Target="/ppt/notesMasters/notesMaster1.xml" Id="Re85e334fa4ec4d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a3d7bf2e4c4a02" /><Relationship Type="http://schemas.openxmlformats.org/officeDocument/2006/relationships/notesMaster" Target="/ppt/notesMasters/notesMaster1.xml" Id="R25e12e3a4e2a4e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a2f19d1044b29" /><Relationship Type="http://schemas.openxmlformats.org/officeDocument/2006/relationships/notesMaster" Target="/ppt/notesMasters/notesMaster1.xml" Id="Rff60d9efe89c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c7f5ad12a647bc" /><Relationship Type="http://schemas.openxmlformats.org/officeDocument/2006/relationships/notesMaster" Target="/ppt/notesMasters/notesMaster1.xml" Id="Rc13c0f57b344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d6367449bd4bc7" /><Relationship Type="http://schemas.openxmlformats.org/officeDocument/2006/relationships/notesMaster" Target="/ppt/notesMasters/notesMaster1.xml" Id="R265421aa6158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bdabadedfb49b5" /><Relationship Type="http://schemas.openxmlformats.org/officeDocument/2006/relationships/notesMaster" Target="/ppt/notesMasters/notesMaster1.xml" Id="R105fb174d85a47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d8ca9922104057" /><Relationship Type="http://schemas.openxmlformats.org/officeDocument/2006/relationships/notesMaster" Target="/ppt/notesMasters/notesMaster1.xml" Id="R680b339f02854e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a2bd52576144eb" /><Relationship Type="http://schemas.openxmlformats.org/officeDocument/2006/relationships/notesMaster" Target="/ppt/notesMasters/notesMaster1.xml" Id="R7ea1f8bdd4574e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68f8aa42f742bd" /><Relationship Type="http://schemas.openxmlformats.org/officeDocument/2006/relationships/notesMaster" Target="/ppt/notesMasters/notesMaster1.xml" Id="R38c1a7981f1249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5976a9074e4b0b" /><Relationship Type="http://schemas.openxmlformats.org/officeDocument/2006/relationships/notesMaster" Target="/ppt/notesMasters/notesMaster1.xml" Id="Rc091146d207b47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54545e8e6b41d2" /><Relationship Type="http://schemas.openxmlformats.org/officeDocument/2006/relationships/notesMaster" Target="/ppt/notesMasters/notesMaster1.xml" Id="R43e17715fdba41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32b57ef48a4eed" /><Relationship Type="http://schemas.openxmlformats.org/officeDocument/2006/relationships/notesMaster" Target="/ppt/notesMasters/notesMaster1.xml" Id="R210df46485a441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9e03c5abf744cf" /><Relationship Type="http://schemas.openxmlformats.org/officeDocument/2006/relationships/notesMaster" Target="/ppt/notesMasters/notesMaster1.xml" Id="R997a490a48a74a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83fc7c9f024cbd" /><Relationship Type="http://schemas.openxmlformats.org/officeDocument/2006/relationships/notesMaster" Target="/ppt/notesMasters/notesMaster1.xml" Id="R6bbd9bfd700f48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e99a5d4c64d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6fd653fe294828" /><Relationship Type="http://schemas.openxmlformats.org/officeDocument/2006/relationships/slideLayout" Target="/ppt/slideLayouts/slideLayout1.xml" Id="R4765b61e1d11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65b61e1d11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299df0a28412c" /><Relationship Type="http://schemas.openxmlformats.org/officeDocument/2006/relationships/image" Target="/ppt/media/image.png" Id="Rf6b92637217944da" /><Relationship Type="http://schemas.openxmlformats.org/officeDocument/2006/relationships/notesSlide" Target="/ppt/notesSlides/notesSlide1.xml" Id="R62234276700c41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77c3d639a45e3" /><Relationship Type="http://schemas.openxmlformats.org/officeDocument/2006/relationships/image" Target="/ppt/media/image2.png" Id="Rbb13a98d17c64f74" /><Relationship Type="http://schemas.openxmlformats.org/officeDocument/2006/relationships/notesSlide" Target="/ppt/notesSlides/notesSlide2.xml" Id="R49f82a83853844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1235a63a94943" /><Relationship Type="http://schemas.openxmlformats.org/officeDocument/2006/relationships/image" Target="/ppt/media/image3.png" Id="Raae3b771778a40a0" /><Relationship Type="http://schemas.openxmlformats.org/officeDocument/2006/relationships/notesSlide" Target="/ppt/notesSlides/notesSlide3.xml" Id="R7f5b18a5cecd46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690d967a44cb" /><Relationship Type="http://schemas.openxmlformats.org/officeDocument/2006/relationships/image" Target="/ppt/media/image4.png" Id="R4192386991d842e5" /><Relationship Type="http://schemas.openxmlformats.org/officeDocument/2006/relationships/notesSlide" Target="/ppt/notesSlides/notesSlide4.xml" Id="R5eb394ca4f6647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f817316664c67" /><Relationship Type="http://schemas.openxmlformats.org/officeDocument/2006/relationships/image" Target="/ppt/media/image5.png" Id="Rbbd229e98b694c6b" /><Relationship Type="http://schemas.openxmlformats.org/officeDocument/2006/relationships/notesSlide" Target="/ppt/notesSlides/notesSlide5.xml" Id="Red23dd42ab6443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d52b588214606" /><Relationship Type="http://schemas.openxmlformats.org/officeDocument/2006/relationships/image" Target="/ppt/media/image6.png" Id="R2313b7f2245d49e9" /><Relationship Type="http://schemas.openxmlformats.org/officeDocument/2006/relationships/notesSlide" Target="/ppt/notesSlides/notesSlide6.xml" Id="R93d6c025f0c84a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82db5e8194fee" /><Relationship Type="http://schemas.openxmlformats.org/officeDocument/2006/relationships/image" Target="/ppt/media/image7.png" Id="Rb356b26f12644880" /><Relationship Type="http://schemas.openxmlformats.org/officeDocument/2006/relationships/notesSlide" Target="/ppt/notesSlides/notesSlide7.xml" Id="Rc8f672b8031b4c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cc9c99eca47e2" /><Relationship Type="http://schemas.openxmlformats.org/officeDocument/2006/relationships/image" Target="/ppt/media/image8.png" Id="Rae7678fc7d284833" /><Relationship Type="http://schemas.openxmlformats.org/officeDocument/2006/relationships/notesSlide" Target="/ppt/notesSlides/notesSlide8.xml" Id="R6f76b9e328c746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d9d44918e43bf" /><Relationship Type="http://schemas.openxmlformats.org/officeDocument/2006/relationships/image" Target="/ppt/media/image9.png" Id="R4086c36fc6ab479c" /><Relationship Type="http://schemas.openxmlformats.org/officeDocument/2006/relationships/notesSlide" Target="/ppt/notesSlides/notesSlide9.xml" Id="R26001a1c1c3846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f0afd6b394d99" /><Relationship Type="http://schemas.openxmlformats.org/officeDocument/2006/relationships/image" Target="/ppt/media/image10.png" Id="R081363cb2e0a42db" /><Relationship Type="http://schemas.openxmlformats.org/officeDocument/2006/relationships/notesSlide" Target="/ppt/notesSlides/notesSlide10.xml" Id="R42ddfa20c2de43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e0d715f5e465b" /><Relationship Type="http://schemas.openxmlformats.org/officeDocument/2006/relationships/image" Target="/ppt/media/image11.png" Id="R0e51d20395e84979" /><Relationship Type="http://schemas.openxmlformats.org/officeDocument/2006/relationships/notesSlide" Target="/ppt/notesSlides/notesSlide11.xml" Id="Rfa1b5e3c813944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7a93042e746aa" /><Relationship Type="http://schemas.openxmlformats.org/officeDocument/2006/relationships/image" Target="/ppt/media/image12.png" Id="R0097ea86d43d4e57" /><Relationship Type="http://schemas.openxmlformats.org/officeDocument/2006/relationships/notesSlide" Target="/ppt/notesSlides/notesSlide12.xml" Id="R796e3ee594d34f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dc32ae3ff4ee1" /><Relationship Type="http://schemas.openxmlformats.org/officeDocument/2006/relationships/image" Target="/ppt/media/image13.png" Id="R14137d3d70424f16" /><Relationship Type="http://schemas.openxmlformats.org/officeDocument/2006/relationships/notesSlide" Target="/ppt/notesSlides/notesSlide13.xml" Id="R56f82d1e4ec048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3ec087e254c90" /><Relationship Type="http://schemas.openxmlformats.org/officeDocument/2006/relationships/image" Target="/ppt/media/image14.png" Id="R61df35b1ff5b4c25" /><Relationship Type="http://schemas.openxmlformats.org/officeDocument/2006/relationships/notesSlide" Target="/ppt/notesSlides/notesSlide14.xml" Id="Rde07567caad849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92637217944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960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3a98d17c64f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707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3b771778a40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007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2386991d842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631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229e98b694c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61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3b7f2245d49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6b26f126448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362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678fc7d2848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70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6c36fc6ab47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977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363cb2e0a42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968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1d20395e849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89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7ea86d43d4e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7419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37d3d70424f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344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f35b1ff5b4c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541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2026-07-02T15:03:13.5950000Z</dcterms:created>
  <dcterms:modified xsi:type="dcterms:W3CDTF">2026-07-02T15:03:13.5950000Z</dcterms:modified>
</coreProperties>
</file>